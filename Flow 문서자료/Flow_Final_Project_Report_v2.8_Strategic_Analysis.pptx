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Seongsu-dong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Population</c:v>
                </c:pt>
                <c:pt idx="1">
                  <c:v>Demand</c:v>
                </c:pt>
                <c:pt idx="2">
                  <c:v>Trend</c:v>
                </c:pt>
                <c:pt idx="3">
                  <c:v>Competition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82.1</c:v>
                </c:pt>
                <c:pt idx="1">
                  <c:v>75.4</c:v>
                </c:pt>
                <c:pt idx="2">
                  <c:v>91.2</c:v>
                </c:pt>
                <c:pt idx="3">
                  <c:v>45.8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Hannam-dong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Population</c:v>
                </c:pt>
                <c:pt idx="1">
                  <c:v>Demand</c:v>
                </c:pt>
                <c:pt idx="2">
                  <c:v>Trend</c:v>
                </c:pt>
                <c:pt idx="3">
                  <c:v>Competition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65.4</c:v>
                </c:pt>
                <c:pt idx="1">
                  <c:v>88.2</c:v>
                </c:pt>
                <c:pt idx="2">
                  <c:v>78.5</c:v>
                </c:pt>
                <c:pt idx="3">
                  <c:v>62.1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THE SOVEREIGN INSIGHT v2.8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DEFF9A"/>
                </a:solidFill>
              </a:defRPr>
            </a:pPr>
            <a:r>
              <a:t>DISTRICT COMPARATIVE ANALYSIS (NATIVE CHART)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DEFF9A"/>
                </a:solidFill>
              </a:defRPr>
            </a:pPr>
            <a:r>
              <a:t>STRATEGIC METRICS SUMMARY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DEFF9A"/>
                          </a:solidFill>
                        </a:defRPr>
                      </a:pPr>
                      <a:r>
                        <a:t>District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DEFF9A"/>
                          </a:solidFill>
                        </a:defRPr>
                      </a:pPr>
                      <a:r>
                        <a:t>Final Score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DEFF9A"/>
                          </a:solidFill>
                        </a:defRPr>
                      </a:pPr>
                      <a:r>
                        <a:t>Risk Level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DEFF9A"/>
                          </a:solidFill>
                        </a:defRPr>
                      </a:pPr>
                      <a:r>
                        <a:t>Opportunity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Seongsu-dong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84.5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MZ Hotspot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Hannam-dong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78.2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Luxury Dining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Dosan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92.0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High-End Retail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