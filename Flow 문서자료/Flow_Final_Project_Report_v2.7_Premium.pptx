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>
                <a:solidFill>
                  <a:srgbClr val="DEFF9A"/>
                </a:solidFill>
              </a:defRPr>
            </a:pPr>
            <a:r>
              <a:t>THE SOVEREIGN INSIGHT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5F5F5"/>
                </a:solidFill>
              </a:defRPr>
            </a:pPr>
            <a:r>
              <a:t>Strategic Presentation Deck v2.7</a:t>
            </a:r>
          </a:p>
          <a:p>
            <a:r>
              <a:t>Youth Startup Flow Analysis Engine</a:t>
            </a:r>
          </a:p>
        </p:txBody>
      </p:sp>
      <p:pic>
        <p:nvPicPr>
          <p:cNvPr id="4" name="Picture 3" descr="strategic_presentation_cover_17773460283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DEFF9A"/>
                </a:solidFill>
              </a:defRPr>
            </a:pPr>
            <a:r>
              <a:t>MULTI-PLATFORM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Dashboard (React + Vite)</a:t>
            </a:r>
          </a:p>
          <a:p>
            <a:pPr lvl="1"/>
            <a:r>
              <a:t>- High-Resolution Geo-Data Visualization</a:t>
            </a:r>
            <a:br/>
            <a:r>
              <a:t>- Dynamic Scenario Simulation</a:t>
            </a:r>
          </a:p>
          <a:p>
            <a:r>
              <a:t>Mobile Insight App (Flutter)</a:t>
            </a:r>
          </a:p>
          <a:p>
            <a:pPr lvl="1"/>
            <a:r>
              <a:t>- Real-time Scouting &amp; AR Support</a:t>
            </a:r>
            <a:br/>
            <a:r>
              <a:t>- Persona-based Personalized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DEFF9A"/>
                </a:solidFill>
              </a:defRPr>
            </a:pPr>
            <a:r>
              <a:t>INTEGRATED SCORING ENGINE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 Core Pillars:</a:t>
            </a:r>
          </a:p>
          <a:p>
            <a:r>
              <a:t>1. Population (실시간 유동인구)</a:t>
            </a:r>
          </a:p>
          <a:p>
            <a:r>
              <a:t>2. Demand (네이버 검색 수요)</a:t>
            </a:r>
          </a:p>
          <a:p>
            <a:r>
              <a:t>3. Trend (블로그 감성 분석)</a:t>
            </a:r>
          </a:p>
          <a:p>
            <a:r>
              <a:t>4. Competition (상가 생존 시뮬레이션)</a:t>
            </a:r>
          </a:p>
          <a:p/>
          <a:p>
            <a:r>
              <a:t>Final Score = Public(60%) + SNS(40%)</a:t>
            </a:r>
          </a:p>
        </p:txBody>
      </p:sp>
      <p:pic>
        <p:nvPicPr>
          <p:cNvPr id="4" name="Picture 3" descr="score_summation_logic_viz_17773464197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DEFF9A"/>
                </a:solidFill>
              </a:defRPr>
            </a:pPr>
            <a:r>
              <a:t>DISTRICT PRECISION REPORT: SEONGSU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Match Score: 84.5 pts</a:t>
            </a:r>
          </a:p>
          <a:p>
            <a:r>
              <a:t>Gentrification Risk: LOW</a:t>
            </a:r>
          </a:p>
          <a:p>
            <a:r>
              <a:t>Est. BEP Period: 18 months</a:t>
            </a:r>
          </a:p>
          <a:p>
            <a:br/>
            <a:r>
              <a:t>Strategic Insight:</a:t>
            </a:r>
            <a:br/>
            <a:r>
              <a:t>'성수동 연무장길 상권은 현재 감성 폭발형 성장 단계의 초입에 위치해 있습니다.'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DEFF9A"/>
                </a:solidFill>
              </a:defRPr>
            </a:pPr>
            <a:r>
              <a:t>VISUAL DNA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DEFF9A"/>
                </a:solidFill>
              </a:defRPr>
            </a:pPr>
            <a:r>
              <a:t>AI CLUSTERING &amp; FUTURE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lustering_visualization_premium_17773460478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