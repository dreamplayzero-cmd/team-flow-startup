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73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file:///C:\Users\User\Desktop\Flow&#54016;%20-%20&#49457;&#49688;&#183;&#54620;&#45224;%20&#49345;&#44428;&#51032;%20&#49884;&#44033;&#51201;%20DNA%20&#52628;&#52636;%20&#48143;%20&#53364;&#47084;&#49828;&#53552;&#47553;%20&#44592;&#48152;%20&#52397;&#45380;%20&#52285;&#50629;%20&#44221;&#50689;%20&#51648;&#50896;%20&#49556;&#47336;&#49496;\Flow%20-%20&#52397;&#45380;%20&#49548;&#49345;&#44277;&#51064;&#51648;&#50896;%20Stat%20project%20&#54861;&#48372;&#50689;&#49345;.mp4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74320"/>
            <a:ext cx="8595360" cy="6309360"/>
          </a:xfrm>
          <a:prstGeom prst="rect">
            <a:avLst/>
          </a:prstGeom>
          <a:noFill/>
          <a:ln w="38100">
            <a:solidFill>
              <a:srgbClr val="BE9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D7C3"/>
                </a:solidFill>
              </a:defRPr>
            </a:pPr>
            <a:r>
              <a:t>K-Digital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2200">
                <a:solidFill>
                  <a:srgbClr val="E6D7C3"/>
                </a:solidFill>
              </a:defRPr>
            </a:pPr>
            <a:r>
              <a:t>○○ 아카데미 (훈련기관명)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5246757" cy="15388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7600" b="1">
                <a:solidFill>
                  <a:srgbClr val="00FFC2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Flow (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흐름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2400">
                <a:solidFill>
                  <a:srgbClr val="E6D7C3"/>
                </a:solidFill>
              </a:defRPr>
            </a:pPr>
            <a:r>
              <a:t>성수·한남 상권 시각 DNA 기반</a:t>
            </a:r>
            <a:br/>
            <a:r>
              <a:t>청년 창업 경영 지원 솔루션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62764" y="5435600"/>
            <a:ext cx="4153701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r">
              <a:defRPr sz="1600">
                <a:solidFill>
                  <a:srgbClr val="E6D7C3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TEAM 1조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어벤져스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| [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멘토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] ○○○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멘토님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김○○, 박○○, 이○○, 최○○, 정○○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F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E6D7C3"/>
                </a:solidFill>
              </a:rPr>
              <a:t>Contents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28057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E6D7C3"/>
                </a:solidFill>
              </a:defRPr>
            </a:pPr>
            <a:r>
              <a:rPr dirty="0"/>
              <a:t>01. </a:t>
            </a:r>
            <a:r>
              <a:rPr dirty="0" err="1"/>
              <a:t>프로젝트</a:t>
            </a:r>
            <a:r>
              <a:rPr dirty="0"/>
              <a:t> </a:t>
            </a:r>
            <a:r>
              <a:rPr dirty="0" err="1"/>
              <a:t>개요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371600" y="2722417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E6D7C3"/>
                </a:solidFill>
              </a:defRPr>
            </a:pPr>
            <a:r>
              <a:rPr dirty="0"/>
              <a:t>02.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 </a:t>
            </a:r>
            <a:r>
              <a:rPr dirty="0" err="1"/>
              <a:t>시각화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71600" y="3316777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E6D7C3"/>
                </a:solidFill>
              </a:defRPr>
            </a:pPr>
            <a:r>
              <a:t>03. 하네스 &amp; 버킷 아키텍처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911137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E6D7C3"/>
                </a:solidFill>
              </a:defRPr>
            </a:pPr>
            <a:r>
              <a:t>04. 브랜딩 &amp; 아이덴티티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05497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E6D7C3"/>
                </a:solidFill>
              </a:defRPr>
            </a:pPr>
            <a:r>
              <a:t>05. 솔루션 시뮬레이션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99857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E6D7C3"/>
                </a:solidFill>
              </a:defRPr>
            </a:pPr>
            <a:r>
              <a:t>06. 서비스 시연 (Video)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694217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E6D7C3"/>
                </a:solidFill>
              </a:defRPr>
            </a:pPr>
            <a:r>
              <a:t>07. 팀 시너지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0" b="1">
                <a:solidFill>
                  <a:srgbClr val="00FFC2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74320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800" b="1">
                <a:solidFill>
                  <a:srgbClr val="E6D7C3"/>
                </a:solidFill>
              </a:defRPr>
            </a:pPr>
            <a:r>
              <a:t>프로젝트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840480"/>
            <a:ext cx="5029200" cy="54864"/>
          </a:xfrm>
          <a:prstGeom prst="rect">
            <a:avLst/>
          </a:prstGeom>
          <a:solidFill>
            <a:srgbClr val="E6D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F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E6D7C3"/>
                </a:solidFill>
              </a:rPr>
              <a:t>01.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73874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4000" b="1">
                <a:solidFill>
                  <a:srgbClr val="00FFC2"/>
                </a:solidFill>
              </a:defRPr>
            </a:pPr>
            <a:r>
              <a:rPr dirty="0"/>
              <a:t>Hip-Traditional Wood Flow</a:t>
            </a:r>
          </a:p>
          <a:p>
            <a:r>
              <a:rPr dirty="0"/>
              <a:t/>
            </a:r>
            <a:br>
              <a:rPr dirty="0"/>
            </a:br>
            <a:r>
              <a:rPr dirty="0" err="1"/>
              <a:t>전통적</a:t>
            </a:r>
            <a:r>
              <a:rPr dirty="0"/>
              <a:t> </a:t>
            </a:r>
            <a:r>
              <a:rPr dirty="0" err="1"/>
              <a:t>우드</a:t>
            </a:r>
            <a:r>
              <a:rPr dirty="0"/>
              <a:t> </a:t>
            </a:r>
            <a:r>
              <a:rPr dirty="0" err="1"/>
              <a:t>감성과</a:t>
            </a:r>
            <a:r>
              <a:rPr dirty="0"/>
              <a:t> </a:t>
            </a:r>
            <a:r>
              <a:rPr dirty="0" err="1"/>
              <a:t>현대적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시각화의</a:t>
            </a:r>
            <a:r>
              <a:rPr dirty="0"/>
              <a:t> </a:t>
            </a:r>
            <a:r>
              <a:rPr dirty="0" err="1"/>
              <a:t>조화</a:t>
            </a:r>
            <a:r>
              <a:rPr dirty="0"/>
              <a:t/>
            </a:r>
            <a:br>
              <a:rPr dirty="0"/>
            </a:br>
            <a:r>
              <a:rPr dirty="0"/>
              <a:t>- </a:t>
            </a:r>
            <a:r>
              <a:rPr dirty="0" err="1"/>
              <a:t>성수동의</a:t>
            </a:r>
            <a:r>
              <a:rPr dirty="0"/>
              <a:t> </a:t>
            </a:r>
            <a:r>
              <a:rPr dirty="0" err="1"/>
              <a:t>우드</a:t>
            </a:r>
            <a:r>
              <a:rPr dirty="0"/>
              <a:t> </a:t>
            </a:r>
            <a:r>
              <a:rPr dirty="0" err="1"/>
              <a:t>빈티지</a:t>
            </a:r>
            <a:r>
              <a:rPr dirty="0"/>
              <a:t> &amp; </a:t>
            </a:r>
            <a:r>
              <a:rPr dirty="0" err="1"/>
              <a:t>한남동의</a:t>
            </a:r>
            <a:r>
              <a:rPr dirty="0"/>
              <a:t> </a:t>
            </a:r>
            <a:r>
              <a:rPr dirty="0" err="1"/>
              <a:t>미니멀</a:t>
            </a:r>
            <a:r>
              <a:rPr dirty="0"/>
              <a:t> </a:t>
            </a:r>
            <a:r>
              <a:rPr dirty="0" err="1"/>
              <a:t>무드</a:t>
            </a:r>
            <a:r>
              <a:rPr dirty="0"/>
              <a:t/>
            </a:r>
            <a:br>
              <a:rPr dirty="0"/>
            </a:br>
            <a:r>
              <a:rPr dirty="0"/>
              <a:t>- </a:t>
            </a:r>
            <a:r>
              <a:rPr dirty="0" err="1"/>
              <a:t>청년</a:t>
            </a:r>
            <a:r>
              <a:rPr dirty="0"/>
              <a:t> </a:t>
            </a:r>
            <a:r>
              <a:rPr dirty="0" err="1"/>
              <a:t>소상공인지원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오케스트레이션</a:t>
            </a:r>
            <a:r>
              <a:rPr dirty="0"/>
              <a:t> </a:t>
            </a:r>
            <a:r>
              <a:rPr dirty="0" err="1"/>
              <a:t>플랫폼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0" b="1">
                <a:solidFill>
                  <a:srgbClr val="00FFC2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74320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800" b="1">
                <a:solidFill>
                  <a:srgbClr val="E6D7C3"/>
                </a:solidFill>
              </a:defRPr>
            </a:pPr>
            <a:r>
              <a:t>데이터 분석 시각화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840480"/>
            <a:ext cx="5029200" cy="54864"/>
          </a:xfrm>
          <a:prstGeom prst="rect">
            <a:avLst/>
          </a:prstGeom>
          <a:solidFill>
            <a:srgbClr val="E6D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F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E6D7C3"/>
                </a:solidFill>
              </a:rPr>
              <a:t>02. 상권 활동 지수 지표</a:t>
            </a:r>
          </a:p>
        </p:txBody>
      </p:sp>
      <p:pic>
        <p:nvPicPr>
          <p:cNvPr id="5" name="Picture 4" descr="peak_time_comparison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14627"/>
            <a:ext cx="7315200" cy="36193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F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E6D7C3"/>
                </a:solidFill>
              </a:rPr>
              <a:t>02. 시각적 DNA 매칭 분석</a:t>
            </a:r>
          </a:p>
        </p:txBody>
      </p:sp>
      <p:pic>
        <p:nvPicPr>
          <p:cNvPr id="5" name="Picture 4" descr="keyword_dna_comparison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84088"/>
            <a:ext cx="7315200" cy="31851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0" b="1">
                <a:solidFill>
                  <a:srgbClr val="00FFC2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74320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800" b="1">
                <a:solidFill>
                  <a:srgbClr val="E6D7C3"/>
                </a:solidFill>
              </a:defRPr>
            </a:pPr>
            <a:r>
              <a:t>시스템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840480"/>
            <a:ext cx="5029200" cy="54864"/>
          </a:xfrm>
          <a:prstGeom prst="rect">
            <a:avLst/>
          </a:prstGeom>
          <a:solidFill>
            <a:srgbClr val="E6D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F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E6D7C3"/>
                </a:solidFill>
              </a:rPr>
              <a:t>03. 하네스 엔지니어링 &amp; 비킷(Bucket)</a:t>
            </a:r>
          </a:p>
        </p:txBody>
      </p:sp>
      <p:sp>
        <p:nvSpPr>
          <p:cNvPr id="5" name="Can 4"/>
          <p:cNvSpPr/>
          <p:nvPr/>
        </p:nvSpPr>
        <p:spPr>
          <a:xfrm>
            <a:off x="792480" y="3089558"/>
            <a:ext cx="2011680" cy="1645920"/>
          </a:xfrm>
          <a:prstGeom prst="can">
            <a:avLst/>
          </a:prstGeom>
          <a:solidFill>
            <a:srgbClr val="E6D7C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1E120A"/>
                </a:solidFill>
              </a:defRPr>
            </a:pPr>
            <a:r>
              <a:rPr dirty="0" err="1"/>
              <a:t>버킷</a:t>
            </a:r>
            <a:r>
              <a:rPr dirty="0"/>
              <a:t> (Bucket)</a:t>
            </a:r>
          </a:p>
          <a:p>
            <a:r>
              <a:rPr dirty="0"/>
              <a:t>Raw Data Lake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35680" y="3089558"/>
            <a:ext cx="2011680" cy="1645920"/>
          </a:xfrm>
          <a:prstGeom prst="roundRect">
            <a:avLst/>
          </a:prstGeom>
          <a:solidFill>
            <a:srgbClr val="00FFC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1E120A"/>
                </a:solidFill>
              </a:defRPr>
            </a:pPr>
            <a:r>
              <a:t>하네스 (Harness)</a:t>
            </a:r>
          </a:p>
          <a:p>
            <a:r>
              <a:t>Processing Unit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78880" y="3089558"/>
            <a:ext cx="2011680" cy="1645920"/>
          </a:xfrm>
          <a:prstGeom prst="rect">
            <a:avLst/>
          </a:prstGeom>
          <a:solidFill>
            <a:srgbClr val="E6D7C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1E120A"/>
                </a:solidFill>
              </a:defRPr>
            </a:pPr>
            <a:r>
              <a:t>Gemini API</a:t>
            </a:r>
          </a:p>
          <a:p>
            <a:r>
              <a:t>Intelligent Layer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04160" y="3729638"/>
            <a:ext cx="731520" cy="365760"/>
          </a:xfrm>
          <a:prstGeom prst="rightArrow">
            <a:avLst/>
          </a:prstGeom>
          <a:solidFill>
            <a:srgbClr val="00FFC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5547360" y="3729638"/>
            <a:ext cx="731520" cy="365760"/>
          </a:xfrm>
          <a:prstGeom prst="rightArrow">
            <a:avLst/>
          </a:prstGeom>
          <a:solidFill>
            <a:srgbClr val="00FFC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0" b="1">
                <a:solidFill>
                  <a:srgbClr val="00FFC2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74320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800" b="1">
                <a:solidFill>
                  <a:srgbClr val="E6D7C3"/>
                </a:solidFill>
              </a:defRPr>
            </a:pPr>
            <a:r>
              <a:t>브랜딩 &amp; 아이덴티티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840480"/>
            <a:ext cx="5029200" cy="54864"/>
          </a:xfrm>
          <a:prstGeom prst="rect">
            <a:avLst/>
          </a:prstGeom>
          <a:solidFill>
            <a:srgbClr val="E6D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F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E6D7C3"/>
                </a:solidFill>
              </a:rPr>
              <a:t>04. BRANDING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200" b="1">
                <a:solidFill>
                  <a:srgbClr val="00FFC2"/>
                </a:solidFill>
              </a:defRPr>
            </a:pPr>
            <a:r>
              <a:t>Logo Song: '골목의 Flow'</a:t>
            </a:r>
          </a:p>
          <a:p>
            <a:r>
              <a:t/>
            </a:r>
            <a:br/>
            <a:r>
              <a:t>Visual Concept: Modern Wood &amp; Neon Harmony</a:t>
            </a:r>
          </a:p>
          <a:p>
            <a:r>
              <a:t/>
            </a:r>
            <a:br/>
            <a:r>
              <a:t>Promotional Message: '청년의 꿈, 상권의 DNA와 함께 흐르다'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0" b="1">
                <a:solidFill>
                  <a:srgbClr val="00FFC2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74320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800" b="1">
                <a:solidFill>
                  <a:srgbClr val="E6D7C3"/>
                </a:solidFill>
              </a:defRPr>
            </a:pPr>
            <a:r>
              <a:t>솔루션 시뮬레이션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840480"/>
            <a:ext cx="5029200" cy="54864"/>
          </a:xfrm>
          <a:prstGeom prst="rect">
            <a:avLst/>
          </a:prstGeom>
          <a:solidFill>
            <a:srgbClr val="E6D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F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E6D7C3"/>
                </a:solidFill>
              </a:rPr>
              <a:t>05. SOLUTION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E6D7C3"/>
                </a:solidFill>
              </a:defRPr>
            </a:pPr>
            <a:r>
              <a:t>- K-Means Clustering: 최적의 상권 시각적 결합 모델</a:t>
            </a:r>
            <a:br/>
            <a:r>
              <a:t>- Space Sharing Model: 오전/오후 및 가용 공간 공유를 통한 임대료 절감</a:t>
            </a:r>
            <a:br/>
            <a:r>
              <a:t>- 시뮬레이션 결과: 청년 창업가 초기 진입 비용 40% 절감 가능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0" b="1">
                <a:solidFill>
                  <a:srgbClr val="00FFC2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49598" y="2743200"/>
            <a:ext cx="4408066" cy="18466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4800" b="1">
                <a:solidFill>
                  <a:srgbClr val="E6D7C3"/>
                </a:solidFill>
              </a:defRPr>
            </a:pPr>
            <a:r>
              <a:rPr dirty="0" err="1"/>
              <a:t>서비스</a:t>
            </a:r>
            <a:r>
              <a:rPr dirty="0"/>
              <a:t> </a:t>
            </a:r>
            <a:r>
              <a:rPr dirty="0" err="1"/>
              <a:t>시연</a:t>
            </a:r>
            <a:r>
              <a:rPr dirty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dirty="0" smtClean="0"/>
              <a:t>(</a:t>
            </a:r>
            <a:r>
              <a:rPr dirty="0"/>
              <a:t>Demonstration)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840480"/>
            <a:ext cx="5029200" cy="54864"/>
          </a:xfrm>
          <a:prstGeom prst="rect">
            <a:avLst/>
          </a:prstGeom>
          <a:solidFill>
            <a:srgbClr val="E6D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F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E6D7C3"/>
                </a:solidFill>
              </a:rPr>
              <a:t>06. SERVICE DEMONSTRATION</a:t>
            </a:r>
          </a:p>
        </p:txBody>
      </p:sp>
      <p:pic>
        <p:nvPicPr>
          <p:cNvPr id="5" name="Picture 4" descr="video_thumbnail_v25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463040"/>
            <a:ext cx="6400800" cy="3600450"/>
          </a:xfrm>
          <a:prstGeom prst="rect">
            <a:avLst/>
          </a:prstGeom>
          <a:ln w="50800">
            <a:solidFill>
              <a:srgbClr val="00FFC2"/>
            </a:solidFill>
          </a:ln>
        </p:spPr>
      </p:pic>
      <p:sp>
        <p:nvSpPr>
          <p:cNvPr id="6" name="Isosceles Triangle 5"/>
          <p:cNvSpPr/>
          <p:nvPr/>
        </p:nvSpPr>
        <p:spPr>
          <a:xfrm rot="5400000">
            <a:off x="4114800" y="2834640"/>
            <a:ext cx="914400" cy="914400"/>
          </a:xfrm>
          <a:prstGeom prst="triangle">
            <a:avLst/>
          </a:prstGeom>
          <a:solidFill>
            <a:srgbClr val="00F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2000" b="1">
                <a:solidFill>
                  <a:srgbClr val="00FFC2"/>
                </a:solidFill>
              </a:defRPr>
            </a:pPr>
            <a:r>
              <a:rPr>
                <a:hlinkClick r:id="rId2"/>
              </a:rPr>
              <a:t>영상 재생하기 (Click Here)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1718" y="6442715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Path: Flow - 홍보영상.mp4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0" b="1">
                <a:solidFill>
                  <a:srgbClr val="00FFC2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51195" y="2743200"/>
            <a:ext cx="4084516" cy="18466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4800" b="1">
                <a:solidFill>
                  <a:srgbClr val="E6D7C3"/>
                </a:solidFill>
              </a:defRPr>
            </a:pPr>
            <a:r>
              <a:rPr dirty="0"/>
              <a:t>팀 </a:t>
            </a:r>
            <a:r>
              <a:rPr dirty="0" err="1"/>
              <a:t>시너지</a:t>
            </a:r>
            <a:r>
              <a:rPr dirty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dirty="0" smtClean="0"/>
              <a:t>(</a:t>
            </a:r>
            <a:r>
              <a:rPr dirty="0"/>
              <a:t>Team Synergy)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840480"/>
            <a:ext cx="5029200" cy="54864"/>
          </a:xfrm>
          <a:prstGeom prst="rect">
            <a:avLst/>
          </a:prstGeom>
          <a:solidFill>
            <a:srgbClr val="E6D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F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E6D7C3"/>
                </a:solidFill>
              </a:rPr>
              <a:t>07. THE FLOW DREAM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9372" y="2237045"/>
            <a:ext cx="7680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 b="1">
                <a:solidFill>
                  <a:srgbClr val="00FFC2"/>
                </a:solidFill>
              </a:defRPr>
            </a:pPr>
            <a:r>
              <a:rPr dirty="0"/>
              <a:t>Member A: IT 20y HR </a:t>
            </a:r>
            <a:r>
              <a:rPr dirty="0" err="1"/>
              <a:t>베테랑</a:t>
            </a:r>
            <a:r>
              <a:rPr dirty="0"/>
              <a:t> (</a:t>
            </a:r>
            <a:r>
              <a:rPr dirty="0" err="1"/>
              <a:t>전략</a:t>
            </a:r>
            <a:r>
              <a:rPr dirty="0"/>
              <a:t> 및 </a:t>
            </a:r>
            <a:r>
              <a:rPr dirty="0" err="1"/>
              <a:t>운영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)</a:t>
            </a:r>
          </a:p>
          <a:p>
            <a:pPr>
              <a:defRPr sz="1800">
                <a:solidFill>
                  <a:srgbClr val="E6D7C3"/>
                </a:solidFill>
              </a:defRPr>
            </a:pPr>
            <a:r>
              <a:rPr dirty="0"/>
              <a:t>  -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아키텍처</a:t>
            </a:r>
            <a:r>
              <a:rPr dirty="0"/>
              <a:t> 및 </a:t>
            </a:r>
            <a:r>
              <a:rPr dirty="0" err="1"/>
              <a:t>하네스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총괄</a:t>
            </a:r>
            <a:r>
              <a:rPr dirty="0"/>
              <a:t/>
            </a:r>
            <a:br>
              <a:rPr dirty="0"/>
            </a:br>
            <a:r>
              <a:rPr dirty="0"/>
              <a:t>  - </a:t>
            </a:r>
            <a:r>
              <a:rPr dirty="0" err="1"/>
              <a:t>프로젝트</a:t>
            </a:r>
            <a:r>
              <a:rPr dirty="0"/>
              <a:t> </a:t>
            </a:r>
            <a:r>
              <a:rPr dirty="0" err="1"/>
              <a:t>매니지먼트</a:t>
            </a:r>
            <a:r>
              <a:rPr dirty="0"/>
              <a:t> 및 </a:t>
            </a:r>
            <a:r>
              <a:rPr dirty="0" err="1"/>
              <a:t>리스크</a:t>
            </a:r>
            <a:r>
              <a:rPr dirty="0"/>
              <a:t> </a:t>
            </a:r>
            <a:r>
              <a:rPr dirty="0" err="1"/>
              <a:t>관리</a:t>
            </a:r>
            <a:endParaRPr dirty="0"/>
          </a:p>
          <a:p>
            <a:r>
              <a:rPr dirty="0"/>
              <a:t/>
            </a:r>
            <a:br>
              <a:rPr dirty="0"/>
            </a:br>
            <a:r>
              <a:rPr dirty="0"/>
              <a:t>Member B: 15y </a:t>
            </a:r>
            <a:r>
              <a:rPr dirty="0" err="1"/>
              <a:t>색채</a:t>
            </a:r>
            <a:r>
              <a:rPr dirty="0"/>
              <a:t> </a:t>
            </a:r>
            <a:r>
              <a:rPr dirty="0" err="1"/>
              <a:t>전문가</a:t>
            </a:r>
            <a:r>
              <a:rPr dirty="0"/>
              <a:t> (Visual DNA </a:t>
            </a:r>
            <a:r>
              <a:rPr dirty="0" err="1"/>
              <a:t>디렉팅</a:t>
            </a:r>
            <a:r>
              <a:rPr dirty="0"/>
              <a:t>)</a:t>
            </a:r>
          </a:p>
          <a:p>
            <a:pPr>
              <a:defRPr sz="1800">
                <a:solidFill>
                  <a:srgbClr val="E6D7C3"/>
                </a:solidFill>
              </a:defRPr>
            </a:pPr>
            <a:r>
              <a:rPr dirty="0"/>
              <a:t>  - </a:t>
            </a:r>
            <a:r>
              <a:rPr dirty="0" err="1"/>
              <a:t>성수</a:t>
            </a:r>
            <a:r>
              <a:rPr dirty="0"/>
              <a:t>/</a:t>
            </a:r>
            <a:r>
              <a:rPr dirty="0" err="1"/>
              <a:t>한남</a:t>
            </a:r>
            <a:r>
              <a:rPr dirty="0"/>
              <a:t> </a:t>
            </a:r>
            <a:r>
              <a:rPr dirty="0" err="1"/>
              <a:t>상권</a:t>
            </a:r>
            <a:r>
              <a:rPr dirty="0"/>
              <a:t> </a:t>
            </a:r>
            <a:r>
              <a:rPr dirty="0" err="1"/>
              <a:t>시각</a:t>
            </a:r>
            <a:r>
              <a:rPr dirty="0"/>
              <a:t> </a:t>
            </a:r>
            <a:r>
              <a:rPr dirty="0" err="1"/>
              <a:t>감성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추출</a:t>
            </a:r>
            <a:r>
              <a:rPr dirty="0"/>
              <a:t/>
            </a:r>
            <a:br>
              <a:rPr dirty="0"/>
            </a:br>
            <a:r>
              <a:rPr dirty="0"/>
              <a:t>  - </a:t>
            </a:r>
            <a:r>
              <a:rPr dirty="0" err="1"/>
              <a:t>프로젝트</a:t>
            </a:r>
            <a:r>
              <a:rPr dirty="0"/>
              <a:t> </a:t>
            </a:r>
            <a:r>
              <a:rPr dirty="0" err="1"/>
              <a:t>브랜딩</a:t>
            </a:r>
            <a:r>
              <a:rPr dirty="0"/>
              <a:t> 및 </a:t>
            </a:r>
            <a:r>
              <a:rPr dirty="0" err="1"/>
              <a:t>디자인</a:t>
            </a:r>
            <a:r>
              <a:rPr dirty="0"/>
              <a:t> </a:t>
            </a:r>
            <a:r>
              <a:rPr dirty="0" err="1"/>
              <a:t>총괄</a:t>
            </a:r>
            <a:r>
              <a:rPr dirty="0"/>
              <a:t> </a:t>
            </a:r>
            <a:r>
              <a:rPr dirty="0" err="1"/>
              <a:t>디렉팅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201</Words>
  <Application>Microsoft Office PowerPoint</Application>
  <PresentationFormat>화면 슬라이드 쇼(4:3)</PresentationFormat>
  <Paragraphs>76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2026-04-17T05:30:33Z</dcterms:modified>
  <cp:category/>
</cp:coreProperties>
</file>