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Relationship Id="rId3" Type="http://schemas.openxmlformats.org/officeDocument/2006/relationships/hyperlink" Target="file:///c:/Users/User/Desktop/Flow &#48156;&#54364;&#51088;&#47308;/&#49457;&#49688;&#51032;_&#48512;&#49345;&#44284;_&#44400;&#47548;.mp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Youth Startup Flow - Final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5F5F5"/>
                </a:solidFill>
              </a:defRPr>
            </a:pPr>
            <a:r>
              <a:t>Sovereign Insight: Strategic Multi-Platform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ARCHITECTURE: HARNESS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</a:defRPr>
            </a:pPr>
            <a:r>
              <a:t>Bucket -&gt; Harness -&gt; Gemini</a:t>
            </a:r>
            <a:br/>
            <a:r>
              <a:t>단순 도식을 넘어선 엔지니어링 아키텍처 구현.</a:t>
            </a:r>
          </a:p>
        </p:txBody>
      </p:sp>
      <p:pic>
        <p:nvPicPr>
          <p:cNvPr id="4" name="Picture 3" descr="harness_logic_architecture_v3_4_17773633836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THE FACE: MOBILE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</a:defRPr>
            </a:pPr>
            <a:r>
              <a:t>9,900 KRW Strategy</a:t>
            </a:r>
            <a:br/>
            <a:r>
              <a:t>시연 영상과 시각적 궤를 같이하는 현장 중심 UI 배치.</a:t>
            </a:r>
          </a:p>
        </p:txBody>
      </p:sp>
      <p:pic>
        <p:nvPicPr>
          <p:cNvPr id="4" name="Picture 3" descr="mobile_gis_mockup_v3_4_17773635246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4572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EFF9A"/>
                </a:solidFill>
              </a:defRPr>
            </a:pPr>
            <a:r>
              <a:t>▶ Click to Play Demo Video</a:t>
            </a:r>
            <a:br/>
            <a:r>
              <a:t>(성수의_부상과_군림.mp4)</a:t>
            </a:r>
          </a:p>
        </p:txBody>
      </p:sp>
      <p:sp>
        <p:nvSpPr>
          <p:cNvPr id="6" name="Rectangle 5">
            <a:hlinkClick r:id="rId3"/>
          </p:cNvPr>
          <p:cNvSpPr/>
          <p:nvPr/>
        </p:nvSpPr>
        <p:spPr>
          <a:xfrm>
            <a:off x="457200" y="411480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PLAY DEMO VIDEO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THE HEART: WEB DEPTH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828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</a:defRPr>
            </a:pPr>
            <a:r>
              <a:t>29,000 KRW Strategy</a:t>
            </a:r>
            <a:br/>
            <a:r>
              <a:t>29,000원의 가치를 증명하는 정밀 데이터 시트 구축.</a:t>
            </a:r>
          </a:p>
        </p:txBody>
      </p:sp>
      <p:pic>
        <p:nvPicPr>
          <p:cNvPr id="4" name="Picture 3" descr="web_depth_analysis_v3_4_17773637115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DEFF9A"/>
                </a:solidFill>
              </a:defRPr>
            </a:pPr>
            <a:r>
              <a:t>BUSINESS IMPACT: SYNERGY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5F5"/>
                </a:solidFill>
              </a:defRPr>
            </a:pPr>
            <a:r>
              <a:t>Double Strategy Synergy</a:t>
            </a:r>
            <a:br/>
            <a:r>
              <a:t>Mobile(Face) + Web(Heart) 통합 비즈니스 모델.</a:t>
            </a:r>
          </a:p>
        </p:txBody>
      </p:sp>
      <p:pic>
        <p:nvPicPr>
          <p:cNvPr id="4" name="Picture 3" descr="team_synergy_v3_4_1777363878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DEFF9A"/>
                </a:solidFill>
              </a:defRPr>
            </a:pPr>
            <a:r>
              <a:t>Q&amp;A &amp; CONTACT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5F5F5"/>
                </a:solidFill>
              </a:defRPr>
            </a:pPr>
            <a:r>
              <a:t>Thank you for your attention.</a:t>
            </a:r>
          </a:p>
          <a:p>
            <a:r>
              <a:t>Team Flow: Sovereignty in 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